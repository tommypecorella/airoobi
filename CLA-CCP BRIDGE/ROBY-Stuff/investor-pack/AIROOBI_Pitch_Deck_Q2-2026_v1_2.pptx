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8960C"/>
                </a:solidFill>
                <a:latin typeface="Instrument Sans"/>
              </a:defRPr>
            </a:pPr>
            <a:r>
              <a:rPr sz="1100" b="0" i="0" u="none" strike="noStrike">
                <a:solidFill>
                  <a:srgbClr val="B8960C"/>
                </a:solidFill>
                <a:latin typeface="Instrument Sans"/>
              </a:rPr>
              <a:t>REVENUE MIX · ANNO 1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 Anno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EFF"/>
              </a:solidFill>
              <a:effectLst/>
            </c:spPr>
          </c:dPt>
          <c:dPt>
            <c:idx val="1"/>
            <c:bubble3D val="0"/>
            <c:spPr>
              <a:solidFill>
                <a:srgbClr val="B8960C"/>
              </a:solidFill>
              <a:effectLst/>
            </c:spPr>
          </c:dPt>
          <c:dPt>
            <c:idx val="2"/>
            <c:bubble3D val="0"/>
            <c:spPr>
              <a:solidFill>
                <a:srgbClr val="49EAC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Video Ads (CPM €12)</c:v>
                </c:pt>
                <c:pt idx="1">
                  <c:v>Corporate Airdrop (15%)</c:v>
                </c:pt>
                <c:pt idx="2">
                  <c:v>P2P Fee (1.5%)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341</c:v>
                </c:pt>
                <c:pt idx="1">
                  <c:v>450</c:v>
                </c:pt>
                <c:pt idx="2">
                  <c:v>8.3</c:v>
                </c:pt>
              </c:numCache>
            </c:numRef>
          </c:val>
        </c:ser>
        <c:firstSliceAng val="0"/>
      </c:pieChart>
      <c:spPr>
        <a:solidFill>
          <a:srgbClr val="00000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Instrument Sans"/>
              <a:cs typeface="Instrument Sans"/>
            </a:defRPr>
          </a:pPr>
          <a:endParaRPr lang="en-US"/>
        </a:p>
      </c:txPr>
    </c:legend>
    <c:plotVisOnly val="1"/>
    <c:dispBlanksAs val="span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CONFIDENTIAL · Q2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34095" y="320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8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INVESTOR PITCH</a:t>
            </a:r>
            <a:endParaRPr lang="en-US" sz="10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554480"/>
            <a:ext cx="795528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937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prima piattaforma fair-airdrop al mondo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B8960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 oggetti fisici reali, su blockchain Kaspa.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Founded &amp; led by Tommaso Pecorella · Pre-Seed open · Apr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 · IL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 desiderio e accesso, c'è un muro.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74520"/>
            <a:ext cx="3454298" cy="40233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3454298" cy="6400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0312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ASIMMETRIA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 beni di valore restano per pochi.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Smartphone top, orologi, gioielli, borse, moto: per la maggior parte degli italiani sono fuori budget al loro prezzo pieno. L'usato, le rate, il refurb non risolvono — solo dilazionano.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1874520"/>
            <a:ext cx="3454298" cy="40233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8698" y="1874520"/>
            <a:ext cx="3454298" cy="6400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3018" y="210312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SPECULAZIONE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43018" y="25146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mercato crypto è scollegato dal reale.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43018" y="388620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Il retail entra in crypto per speculazione su token volatili, non per ottenere beni concreti. Nessuna utility tangibile, ROI emotivo, churn altissimo, fuga continua di liquidità.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88757" y="1874520"/>
            <a:ext cx="3454298" cy="40233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88757" y="1874520"/>
            <a:ext cx="3454298" cy="6400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63077" y="2103120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PREDAZIONE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63077" y="25146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 lotterie e i giochi sono asimmetrici.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63077" y="388620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Lotterie, gratta-e-vinci, raffles online: spesa cumulativa fuori controllo, zero asset alla mano se perdi, framing tossico. Regolamentati come gioco d'azzardo perché lo sono.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960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 vuoi quel bene, oggi puoi: comprarlo a pieno prezzo, indebitarti, o lanciarti in un meccanismo che ti svuota le tasche senza darti nulla in mano.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 · LA SOLUZIONE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AIROOBI · fair-airdrop di oggetti reali, on-chain.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 nuovo modo di accedere a ciò che desideri: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guadagni ARIA, partecipi all'airdrop, ottieni l'oggetto a una frazione del valore — e in ogni caso un asset (ROBI) con valore reale garantito.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3454298" cy="2651760"/>
          </a:xfrm>
          <a:prstGeom prst="rect">
            <a:avLst/>
          </a:prstGeom>
          <a:solidFill>
            <a:srgbClr val="111111"/>
          </a:solidFill>
          <a:ln w="9525">
            <a:solidFill>
              <a:srgbClr val="8C7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822960" cy="82296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FAIR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Determinismo, non lotteria.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Algoritmo pubblico (scoring v5) che premia chi ha realmente impegnato di più nella categoria. No alea pura → no gambling.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68698" y="3291840"/>
            <a:ext cx="3454298" cy="2651760"/>
          </a:xfrm>
          <a:prstGeom prst="rect">
            <a:avLst/>
          </a:prstGeom>
          <a:solidFill>
            <a:srgbClr val="111111"/>
          </a:solidFill>
          <a:ln w="9525">
            <a:solidFill>
              <a:srgbClr val="8C7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3018" y="3566160"/>
            <a:ext cx="822960" cy="82296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3018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ASSET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43018" y="452628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Acquisti, non scommetti.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43018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Ogni blocco genera un ROBI: NFT con ≥95% del valore garantito in KAS via Fondo Comune. Mai zero in mano.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88757" y="3291840"/>
            <a:ext cx="3454298" cy="2651760"/>
          </a:xfrm>
          <a:prstGeom prst="rect">
            <a:avLst/>
          </a:prstGeom>
          <a:solidFill>
            <a:srgbClr val="111111"/>
          </a:solidFill>
          <a:ln w="9525">
            <a:solidFill>
              <a:srgbClr val="8C7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63077" y="3566160"/>
            <a:ext cx="822960" cy="82296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63077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BOUNDED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63077" y="452628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Spesa massima cappata.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63077" y="5029200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Pity system garantisce vittoria entro un cap del 30% del valore oggetto. Non puoi spendere €500 per un bene da €500.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Costruita su Kaspa: BlockDAG, conferme in 1–2s, fair launch, PoW puro Bitcoin-grade.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 · COME FUNZIONA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loop: ARIA → Blocchi → ROBI → KAS.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1520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Guadagni ARIA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Welcome 1.000 + 5 ROBI · faucet 100/gg · sequenza 50 ARIA + 1 ROBI/sett · referral 5+5 ROBI.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21219" y="3520440"/>
            <a:ext cx="155448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813243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813243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996123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996123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Scegli un airdrop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996123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Oggetti reali ≥ €500, valutati e quotati. Categorie diverse, prezzi blocco da 5 a 25 ARIA.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85822" y="3520440"/>
            <a:ext cx="155448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077846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077846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260726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260726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Compri blocchi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260726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Più blocchi nella categoria = più engagement = più probabilità di score top. 1 blocco = 1 ROBI.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150425" y="3520440"/>
            <a:ext cx="155448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342449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342449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525329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525329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Draw deterministico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525329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Vince chi ha lo score più alto (impegno categoria + pity bonus). Audit-able, riproducibile, pubblico.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415028" y="3520440"/>
            <a:ext cx="155448" cy="0"/>
          </a:xfrm>
          <a:prstGeom prst="line">
            <a:avLst/>
          </a:prstGeom>
          <a:noFill/>
          <a:ln w="1905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607052" y="1920240"/>
            <a:ext cx="2036003" cy="32004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9607052" y="1920240"/>
            <a:ext cx="2036003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9789932" y="210312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9789932" y="26517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Riscuoti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9789932" y="3474720"/>
            <a:ext cx="167024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Vincitore: ottieni l'oggetto. Tutti: ROBI sempre · riscossione settimanale (finestra lunedì) · fee 10 ARIA · queue multi-settimana · cap €15k/sett.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48640" y="51663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Split di ogni airdrop completato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5532120"/>
            <a:ext cx="754309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40080" y="5532120"/>
            <a:ext cx="73602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67,99% Venditore (KAS)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091733" y="5532120"/>
            <a:ext cx="2440771" cy="502920"/>
          </a:xfrm>
          <a:prstGeom prst="rect">
            <a:avLst/>
          </a:prstGeom>
          <a:solidFill>
            <a:srgbClr val="B8960C"/>
          </a:solidFill>
          <a:ln w="63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183173" y="5532120"/>
            <a:ext cx="22578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22% Fondo Comune (ROBI peg)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532504" y="5532120"/>
            <a:ext cx="1109442" cy="502920"/>
          </a:xfrm>
          <a:prstGeom prst="rect">
            <a:avLst/>
          </a:prstGeom>
          <a:solidFill>
            <a:srgbClr val="4A9EFF"/>
          </a:solidFill>
          <a:ln w="63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10623944" y="5532120"/>
            <a:ext cx="9265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10% Fee AIROOBI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1641946" y="5532120"/>
            <a:ext cx="54864" cy="502920"/>
          </a:xfrm>
          <a:prstGeom prst="rect">
            <a:avLst/>
          </a:prstGeom>
          <a:solidFill>
            <a:srgbClr val="49EACB"/>
          </a:solidFill>
          <a:ln w="63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Charity = 0,01% (visibile come riga estrema a destra). Quotazione = seller_target / 0,6799 → venditore sempre coperto.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 · CORE 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Airdrop Engine v5.1: il cuore difendibile di AIROOBI.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585216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Formula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score = f_base  +  pity_bonus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f_base = √blocchi_airdrop × ( 1 + log₁₀( 1 + storici_cat / K ) 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pity_bonus(S_u, N_pity_aria)  →  concavo · plateau ~50% · reset on win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29768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Concavità (radice) sui blocchi correnti → anti-whale in singolo airdrop.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Logaritmo sulla fedeltà di categoria → premia veterani senza creare oligarchia.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v5.1 (Sprint W1, 1 Mag 2026): da L_u count discrete a S_u ARIA cumulative continuous · plateau matematicamente garantito.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1783080"/>
            <a:ext cx="4846320" cy="14173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766560" y="1783080"/>
            <a:ext cx="64008" cy="141732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949440" y="1920240"/>
            <a:ext cx="4572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≤ 30 %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949440" y="2661818"/>
            <a:ext cx="45720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SPESA MAX PRIMA DI VINCERE — bounded cost via pity (α = 0.30 sul valore oggetto)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66560" y="3337560"/>
            <a:ext cx="4846320" cy="14173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766560" y="3337560"/>
            <a:ext cx="64008" cy="14173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949440" y="3474720"/>
            <a:ext cx="4572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949440" y="4216298"/>
            <a:ext cx="45720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ELEMENTI DI ALEA NEL DRAW — vince chi ha lo score più alto, audit-able, riproducibile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66560" y="4892040"/>
            <a:ext cx="4846320" cy="14173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766560" y="4892040"/>
            <a:ext cx="64008" cy="141732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949440" y="5029200"/>
            <a:ext cx="4572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5–30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949440" y="5770778"/>
            <a:ext cx="457200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PARTECIPAZIONI MAX PER IL TRIGGER PITY HARD — clamp(α × V̄_cat / c_u_avg)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640080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Skeezu, 24 Apr 2026: "L'utente non deve arrivare a spendere la cifra media dell'oggetto prima di ottenerlo. Altrimenti saremmo peggio del gambling."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05 ·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Perché AIROOBI non è gioco d'azzardo.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364328" cy="2103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21488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Asset reale, non biglietto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Ogni blocco genera un ROBI: NFT con ≥95% del valore garantito in KAS via Fondo Comune. Mai zero alla mano.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828800"/>
            <a:ext cx="5364328" cy="2103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3048" y="2103120"/>
            <a:ext cx="640080" cy="64008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53048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330288" y="214884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Determinismo, non sorteggio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553048" y="292608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Score calcolato da funzione pubblica (`calculate_winner_score`). Nessun RNG, nessun "numero estratto". Vince chi ha impegnato di più.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5364328" cy="2103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572000"/>
            <a:ext cx="640080" cy="64008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590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600200" y="461772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Fairness Guard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22960" y="539496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 è matematicamente impossibile arrivare 1°, il sistema BLOCCA acquisto manuale e auto-buy. Il gambling non lo fa mai.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78728" y="4297680"/>
            <a:ext cx="5364328" cy="2103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53048" y="4572000"/>
            <a:ext cx="640080" cy="640080"/>
          </a:xfrm>
          <a:prstGeom prst="ellipse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53048" y="4590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330288" y="4617720"/>
            <a:ext cx="408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Linguaggio non-gambling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553048" y="539496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Vietati "vinci/perdi/lotteria/scommetti/investi". Framing tassativo: "realizza il tuo desiderio", "vendi il tuo oggetto". Compliance lessicale.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0080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Analoghi legali favorevoli: quote in fondi comuni · crowdfunding con reward · buoni fruttiferi. Parere legale specialistico in chiusura prima dello Stage 1.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06 · TOKENOMICS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Tre asset, una leva: il Fondo Comune.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3515258" cy="338328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3515258" cy="10972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9E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ARIA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Valuta di piattaforma (testnet Alpha 0)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 guadagna gratis: welcome 1.000 ARIA, faucet 100/gg, sequenza 50/gg + 1 ROBI/sett, referral. Si spende: blocchi (5–25 ARIA) + submission (50 ARIA). KRC-20 da Stage 2.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828800"/>
            <a:ext cx="3515258" cy="338328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8218" y="1828800"/>
            <a:ext cx="3515258" cy="10972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2538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60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ROBI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612538" y="28803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NFT certificato di resa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2538" y="32918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Mai acquistabile, solo ottenibile. ≥95% del valore garantito in KAS, riscossione 24–48h. Apprezza al crescere del Fondo. KRC-721 da Stage 2.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27797" y="1828800"/>
            <a:ext cx="3515258" cy="338328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27797" y="1828800"/>
            <a:ext cx="3515258" cy="10972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02117" y="219456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9EAC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KAS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8402117" y="28803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Output finale on-chain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02117" y="329184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L'utente preleva valore reale via riscossione ROBI → KAS sul wallet Kaspa. Pagamento al venditore avviene direttamente in KAS (24–48h dopo draw).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94415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5486400"/>
            <a:ext cx="64008" cy="91440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FONDO COMUNE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58978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Pool trasparente che garantisce il PEG ≥95% dei ROBI. Cresce automaticamente: 22% di ogni airdrop completato + revenue video ads + sponsor. Più cresce, più ogni ROBI vale: "buono fruttifero" anti-inflazione.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07 · INFRASTRUTTURA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Perché Kaspa: BlockDAG, fair launch, allineamento valoriale.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BlockDAG (GHOSTDAG)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0" y="1965960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Conferme in 1–2 secondi · throughput 100+ TPS · scalabilità sub-secondo on roadmap. La latenza serve davvero a un marketplace live.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06624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706624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84378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Proof-of-Work puro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14800" y="2843784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Sicurezza Bitcoin-grade · zero validatori centralizzati · zero stake concentrato. Niente colli di bottiglia di governance off-chain.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584448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584448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7216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Fair Launch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14800" y="3721608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Nessun premine, nessun VC pre-allocato. La community Kaspa è ideologicamente allineata con la fairness — il nostro stesso valore fondante.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462272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462272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5994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KRC-20 / KRC-721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114800" y="4599432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Standard token nativi: ARIA come KRC-20, ROBI come KRC-721. Smart contract live da Stage 2 (Beta), exchange integration in espansione.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340096"/>
            <a:ext cx="11094415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340096"/>
            <a:ext cx="64008" cy="84124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4772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Community in crescita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114800" y="5477256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Ecosistema miners attivo, holder base distribuita, mind-share crypto in salita. Il timing è ora: arriviamo prima dei concorrenti.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08 · MERCATO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Tre cerchi che si sovrappongono: e nessuno li sta unendo.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365760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64008" cy="137160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6596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€ 8,2 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26791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TAM · E-commerce mondiale beni di lusso, tech, collezionismo (Statista 2025)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65760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828800"/>
            <a:ext cx="64008" cy="13716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96596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€ 51 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617720" y="26791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SAM · E-commerce italiano + community crypto Italia + Kaspa holder base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321040" y="1828800"/>
            <a:ext cx="329184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1828800"/>
            <a:ext cx="64008" cy="137160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1965960"/>
            <a:ext cx="30175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€ 200 M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503920" y="26791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SOM realistico Anno 3 · 100k MAU × €2.000 GMV/anno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3520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nostra finestra: 3 dinamiche convergono — adesso.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3454298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114800"/>
            <a:ext cx="3454298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3434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Crypto-fatigue da speculazione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2960" y="49834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Il retail crypto è stanco di token volatili senza utility. Cerca casi d'uso concreti, asset-backed. AIROOBI offre proprio quello: un bene reale alla fine del loop.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68698" y="4114800"/>
            <a:ext cx="3454298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68698" y="4114800"/>
            <a:ext cx="3454298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3018" y="43434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Rifiuto del gioco d'azzardo digitale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643018" y="49834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Crescente pressione regolatoria (DSA, MiCA, ADM). I retail abbandonano rifle/raffles per assenza di asset. AIROOBI cattura questa demand con compliance strutturale.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88757" y="4114800"/>
            <a:ext cx="3454298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88757" y="4114800"/>
            <a:ext cx="3454298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63077" y="43434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Maturità della community Kaspa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463077" y="49834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 L1 di nicchia a top-30 cap mondiale. Holder italiani in crescita, zero progetti consumer su Kaspa oggi: vuoto da occupare per primi.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09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 fasi · soglia utenti = criterio CORE.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2636444" cy="4389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28800"/>
            <a:ext cx="2636444" cy="10972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210312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ALPHA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 → 1.000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179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Q2 2026 · in corso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21792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Alpha Brave + Alpha Wise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Invitation-only · no KYC (testnet)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Welcome grant 1.000 ARIA + 5 ROBI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Primo airdrop ufficiale a 1k milestone · test pool €200 preview pre-1k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67964" y="1828800"/>
            <a:ext cx="2636444" cy="4389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367964" y="1828800"/>
            <a:ext cx="2636444" cy="10972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596564" y="210312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4A9E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BETA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96564" y="260604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1k → 5k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596564" y="3246120"/>
            <a:ext cx="2179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Q3-Q4 2026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96564" y="3703320"/>
            <a:ext cx="21792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KYC obbligatorio (Onfido / Veriff)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Smart contract KRC-20 ARIA on-chain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Open referral · acquisizione organica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5–10 corporate airdrop di test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87288" y="1828800"/>
            <a:ext cx="2636444" cy="4389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187288" y="1828800"/>
            <a:ext cx="2636444" cy="10972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415888" y="210312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49EA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PRE-PROD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15888" y="260604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5k → 10k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15888" y="3246120"/>
            <a:ext cx="2179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Q4 2026 - Q1 2027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15888" y="3703320"/>
            <a:ext cx="21792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Stress test community ristretta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Pagamenti reali in KAS attivi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ROBI mining riattivato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Charity DAO live · 1° causa votata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006611" y="1828800"/>
            <a:ext cx="2636444" cy="438912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006611" y="1828800"/>
            <a:ext cx="263644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9235211" y="2103120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MAINNET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235211" y="260604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10k +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9235211" y="3246120"/>
            <a:ext cx="2179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2027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235211" y="3703320"/>
            <a:ext cx="21792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Launch pubblico globale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ROBI come NFT KRC-721 on-chain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Listing exchange Kaspa-friendly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B2B corporate scaling · 50+ campagne/anno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Stato attuale: Alpha 0 aperto. ~7 utenti reali su 1.000 obiettivo. La nostra mossa #1 da chiudere ora = Alpha Brave 7 → 1.000 utenti per sbloccare Stage 1.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 ·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Year 1 forecast post-launch (scenario base).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269748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64008" cy="137160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€ 780 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REVENUE TOTALE — Fee P2P + Video Ads + Corporate (da M6)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9748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828800"/>
            <a:ext cx="64008" cy="13716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€ 350 K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56616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EBITDA · 45% margin (scenario base, conservativo)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0" y="1828800"/>
            <a:ext cx="269748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1828800"/>
            <a:ext cx="64008" cy="137160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965960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€ 313 K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40080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TREASURY ACCUMULATA — 22% di ogni airdrop completato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052560" y="1828800"/>
            <a:ext cx="2606040" cy="13716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1828800"/>
            <a:ext cx="640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5440" y="1965960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12-15K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235440" y="2679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UTENTI M12 · DAU ≈ 2.000 · 250 P2P + 30 corporate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338328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6400800" y="3383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0" y="3749040"/>
            <a:ext cx="530352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00800" y="3749040"/>
            <a:ext cx="73152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8368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WORST · -30% (ritardo launch)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96926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€ 420 K · EBITDA € 115 K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00800" y="4389120"/>
            <a:ext cx="530352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00800" y="4389120"/>
            <a:ext cx="73152" cy="54864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8368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BASE · scenario forecast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692640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€ 780 K · EBITDA € 350 K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400800" y="5029200"/>
            <a:ext cx="530352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400800" y="5029200"/>
            <a:ext cx="73152" cy="5486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58368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MODERATE · +30%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9692640" y="5074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9E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€ 1.0 M · EBITDA € 470 K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400800" y="5669280"/>
            <a:ext cx="5303520" cy="548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400800" y="5669280"/>
            <a:ext cx="73152" cy="54864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583680" y="5715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OPTIMISTIC · +50%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9692640" y="5715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9EAC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€ 1.2 M · EBITDA € 570 K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11 · 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Già costruito, prima del primo euro raccolto.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57784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828800"/>
            <a:ext cx="73152" cy="457200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GIÀ COSTRUITO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Stage 0 chiuso a costo zero infra · pre-revenue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Sito istituzionale + dApp marketplace LIVE (airoobi.com + airoobi.app)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Engine v5.1 LIVE — 6 buchi math/security chiusi W1 (Sybil 4-layer · Fairness Guard · Pity v5.1 · K stability · ROBI policy · Treasury weekly)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Backend Supabase post-W1: 31 tabelle · 81+ RPC · 135+ migrations · 3 cron jobs · 1 matview · RLS attivo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identity completa · brand kit v1.1 functional palette · 38 articoli SEO 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Domain split + routing host-based · ads serving · landing /treasury LIVE con widget PEG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AI-first ops: CCP (CIO/CTO Claude Code) + ROBY (Strategy/Comms) operativi 24/7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Legal v2.1 anti-gambling + Treasury Methodology v1 FINAL (LEG-002 LIVE su /treasury)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1828800"/>
            <a:ext cx="525780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355080" y="1828800"/>
            <a:ext cx="73152" cy="457200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9EA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 QUI A 12 MESI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Bloccanti chiari · timeline serrata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26060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Postmark SMTP attivazione (in approvazione, BLOCCANTE Stage 1)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Costituzione S.r.l. / holding EU · KYC Twilio Layer C scaffold ready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Smart contract KRC-20 ARIA + KRC-721 ROBI (Stage 2 a 5k utenti)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Onboarding 7 → 1k via 90gg · test pool airdrop preview · counter pubblico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Primo airdrop UFFICIALE a 1k milestone (€5-15k pool) · VC differentiator vs Web3 farming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12 ·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Lean team. Heavy AI automation. Modello scalabile.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493776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4937760" cy="10972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FOUNDER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Tommaso Pecorella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772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CEO · Founder · Skeezu (DrSkeezu)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Background nativo digitale. Architetto del modello AIROOBI dal whitepaper iniziale ai 287 file di repo, 38 articoli SEO, scoring v5 deployato. Ha portato Stage 0 a costo zero infrastruttura, gestendo personalmente prodotto, codice, doc, brand, comunicazione legale.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0" y="1828800"/>
            <a:ext cx="5760720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828800"/>
            <a:ext cx="73152" cy="219456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965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9E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CCP · CIO / CTO (24/7)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233172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Claude Code su Raspberry Pi 5 dedicato. Founder si collega via SSH da PowerShell desktop. Sviluppo frontend, migration SQL, code review e deploy continuo. Costo €0 infra · API a consumo.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0" y="4160520"/>
            <a:ext cx="5760720" cy="219456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4160520"/>
            <a:ext cx="73152" cy="2194560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9EA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ROBY · STRATEGY &amp; COMMS LEAD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466344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Claude Desktop dedicato come Strategic MKT &amp; Communication &amp; Community Manager. Pitch deck, content strategy, community ops, investor materials, brand consistency. Equivalente di un team marketing di 3 FTE, attivabile h/24.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Hiring roadmap Stage 1+: CTO co-founder · BD lead corporate · Operations Manager (KYC + sellers). Lean by design, scalable by architecture.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13 ·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Pre-Seed € 750 K · 18 mesi runway · 3 exit lanes.</a:t>
            </a:r>
            <a:endParaRPr lang="en-US" sz="3200" dirty="0"/>
          </a:p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320040"/>
            <a:ext cx="50292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486400" cy="4572000"/>
          </a:xfrm>
          <a:prstGeom prst="rect">
            <a:avLst/>
          </a:prstGeom>
          <a:solidFill>
            <a:srgbClr val="111111"/>
          </a:solidFill>
          <a:ln w="15875">
            <a:solidFill>
              <a:srgbClr val="B8960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486400" cy="109728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ROUND TARGET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€ 750 K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Pre-Seed · SAFE / convertibile · cap € 5 M · sconto 20%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OF FUNDS · 18 MESI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40%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916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Team — CTO co-founder + BD lead + Ops Manager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4617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25%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9164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Legal &amp; compliance — parere gaming law, S.r.l., KYC, T&amp;C, trademark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5029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9164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Smart contract Kaspa + audit terze parti + KYC integration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5440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9164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Community growth — Alpha Brave 7 → 5.000 utenti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5852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0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91640" y="5852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Treasury seed — primo airdrop reale, Fondo Comune kickoff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1828800"/>
            <a:ext cx="5257800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1828800"/>
            <a:ext cx="5257800" cy="109728"/>
          </a:xfrm>
          <a:prstGeom prst="rect">
            <a:avLst/>
          </a:prstGeom>
          <a:solidFill>
            <a:srgbClr val="49EACB"/>
          </a:solidFill>
          <a:ln w="12700">
            <a:solidFill>
              <a:srgbClr val="49EA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9EAC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EXIT STRATEGY · 3 LANES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83680" y="2423160"/>
            <a:ext cx="484632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208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LANE A · TGE + listing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20840" y="2834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Token Generation Event ARIA (KRC-20) post-Beta. Listing su exchange Kaspa-friendly (MEXC, Gate, Biconomy). Liquidity event 18–24 mesi.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583680" y="3749040"/>
            <a:ext cx="484632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208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LANE B · Strategic M&amp;A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20840" y="4160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Acquisition target: marketplace web3 EU (es. Rarible/OpenSea-like), exchange con strategy commerce, big-tech consumer crypto. Multipli 5–10x ARR.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583680" y="5074920"/>
            <a:ext cx="484632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2084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LANE C · Token-secondary + cash-out parziale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720840" y="5486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Round Series A con secondary su quota founder/early. Mantenimento operatività · partial liquidity.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6455664"/>
            <a:ext cx="548640" cy="22860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</a:t>
            </a:r>
            <a:pPr indent="0" marL="0">
              <a:buNone/>
            </a:pPr>
            <a:r>
              <a:rPr lang="en-US" sz="850" spc="500" kern="0" dirty="0">
                <a:solidFill>
                  <a:srgbClr val="66666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 ·  DREAM ROBE E-COMMERCE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pic>
        <p:nvPicPr>
          <p:cNvPr id="4" name="Image 0" descr="symb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914400"/>
            <a:ext cx="1554480" cy="1033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77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Realizza il tuo desiderio.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B8960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 facci giocare un ruolo nel renderlo possibile.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0" y="4480560"/>
            <a:ext cx="667512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8C700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0" y="4480560"/>
            <a:ext cx="6675120" cy="73152"/>
          </a:xfrm>
          <a:prstGeom prst="rect">
            <a:avLst/>
          </a:prstGeom>
          <a:solidFill>
            <a:srgbClr val="B8960C"/>
          </a:solidFill>
          <a:ln w="12700">
            <a:solidFill>
              <a:srgbClr val="B8960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92608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B8960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TOMMASO PECORELLA · CEO &amp; FOUNDER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26080" y="4983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ceo@airoobi.com  ·  airoobi.com  ·  airoobi.app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2608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Pitch deck Q2 2026 · Confidenziale · Versione 1.2 · 2 Maggio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88888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AIROOBI · Fair-airdrop marketplace · Built on Kaspa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AIROOBI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AIROOBI Investor Pitch Deck — Q2 2026</dc:title>
  <dc:subject>Fair-airdrop marketplace on Kaspa</dc:subject>
  <dc:creator>AIROOBI · Tommaso Pecorella (Skeezu)</dc:creator>
  <cp:lastModifiedBy>AIROOBI · Tommaso Pecorella (Skeezu)</cp:lastModifiedBy>
  <cp:revision>1</cp:revision>
  <dcterms:created xsi:type="dcterms:W3CDTF">2026-04-27T15:57:23Z</dcterms:created>
  <dcterms:modified xsi:type="dcterms:W3CDTF">2026-04-27T15:57:23Z</dcterms:modified>
</cp:coreProperties>
</file>